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0"/>
            <a:ext cx="22860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457200"/>
            <a:ext cx="1645920" cy="73152"/>
          </a:xfrm>
          <a:prstGeom prst="rect">
            <a:avLst/>
          </a:prstGeom>
          <a:solidFill>
            <a:srgbClr val="C25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54864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132588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0312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288036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65760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4434840"/>
            <a:ext cx="3108960" cy="9144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02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  <a:latin typeface="Calibri"/>
              </a:rPr>
              <a:t>TRABALHO DE CONCLUSÃO DE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9601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GR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  <a:latin typeface="Calibri"/>
              </a:rPr>
              <a:t>Guindastes Ribas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603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Plataforma integrada de gestão operacional para
empresa familiar de locação de equipamentos pesados.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20440"/>
            <a:ext cx="5029200" cy="18288"/>
          </a:xfrm>
          <a:prstGeom prst="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84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A0B8"/>
                </a:solidFill>
                <a:latin typeface="Calibri"/>
              </a:rPr>
              <a:t>Integração total  •  Automação  •  Mobilidade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69080"/>
            <a:ext cx="1371600" cy="347472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069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D"/>
                </a:solidFill>
                <a:latin typeface="Calibri"/>
              </a:rPr>
              <a:t>App 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4069080"/>
            <a:ext cx="1645920" cy="347472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069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Plataforma Web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069080"/>
            <a:ext cx="1463040" cy="347472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0690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Backend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7315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355880"/>
                </a:solidFill>
                <a:latin typeface="Calibri"/>
              </a:rPr>
              <a:t>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17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65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Guindastes
Ribas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Empresa familiar de locação de
guindastes, empilhadeiras e muncks
para movimentação de maquinário
pesado.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  <a:latin typeface="Calibri"/>
              </a:rPr>
              <a:t>📍 Empresa Familiar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20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923"/>
                </a:solidFill>
                <a:latin typeface="Calibri"/>
              </a:rPr>
              <a:t>Quem somos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777240"/>
            <a:ext cx="512064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9144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 Guindastes Ribas é uma empresa familiar que vem crescendo
no segmento de locação de equipamentos para movimentação
de maquinário pesado. Com foco em guindastes, empilhadeiras e
muncks, a empresa atende clientes industriais com agilidade e
segurança.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468880"/>
            <a:ext cx="1645920" cy="10058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514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97316"/>
                </a:solidFill>
                <a:latin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Funcionários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468880"/>
            <a:ext cx="1645920" cy="10058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514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Administrativos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468880"/>
            <a:ext cx="1645920" cy="10058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514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11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Equipamentos: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977639"/>
            <a:ext cx="13716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Guindastes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3977639"/>
            <a:ext cx="1371600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Empilhadeiras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977639"/>
            <a:ext cx="1188720" cy="320040"/>
          </a:xfrm>
          <a:prstGeom prst="rect">
            <a:avLst/>
          </a:prstGeom>
          <a:solidFill>
            <a:srgbClr val="145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Muncks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IDENTIFICAÇÃO DO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 que isso precisa mudar?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📋  Gestão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Toda a operação é controlada em
planilhas Excel ou no papel, sem
integração entre setores.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25880"/>
            <a:ext cx="4114800" cy="14630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325880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⚠️  Vencimento de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Sem alertas automáticos, documentos
de aptidão e revisão de equipamentos
vencem sem aviso prévio.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👥  Controle de Pessoal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Acompanhamento de 18 funcionários
feito manualmente pelos 2 únicos
profissionais administrativos.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834640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📉  Escalabilidade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375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 empresa está crescendo, mas a
infrastrutura operacional ainda não
acompanha esse crescimento.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  <a:latin typeface="Calibri"/>
              </a:rPr>
              <a:t>💡  Resultado: retrabalho constante, risco operacional e impossibilidade de escalar com segurança.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PROPOSTA DE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923"/>
                </a:solidFill>
                <a:latin typeface="Calibri"/>
              </a:rPr>
              <a:t>Duas plataformas, uma solução integrada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371600"/>
            <a:ext cx="164592" cy="3383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⟷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📱  App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Para o Funcionário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Acesso à própria documentação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Consulta de docs do equipamento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Interface simples e direta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826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Autenticação segura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30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Expo (iOS &amp; Android)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371600"/>
            <a:ext cx="3931920" cy="338328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371600"/>
            <a:ext cx="3931920" cy="41148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🖥  Plataforma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D"/>
                </a:solidFill>
                <a:latin typeface="Calibri"/>
              </a:rPr>
              <a:t>Para as Administradoras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240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Dashboard de vencimentos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587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Gestão de contratos e clientes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9352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Alertas de e-mail automáticos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2826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Relatórios e exportações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630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✔  Controle de funcionários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APP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Simples, direto e
no bolso do funcionário.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Desenvolvido com Expo para rodar em iOS e Android,
foco total em praticidade e baixa curva de aprendizado.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834640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Tela de Login / Autenticação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92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JWT seguro, sem senhas complexas.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310128"/>
            <a:ext cx="109728" cy="10972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Documentos Pessoais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CNH, ASO, NRs — tudo em um lugar.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85615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Docs do Equipamento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Revisões, PMOC, laudos técnicos.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61104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 de Vencimento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256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Visual claro: verde / amarelo / vermelho.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457200"/>
            <a:ext cx="2743200" cy="43891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24144" y="512064"/>
            <a:ext cx="2633472" cy="4279392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594360"/>
            <a:ext cx="731520" cy="109728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822960"/>
            <a:ext cx="237744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868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BD5E1"/>
                </a:solidFill>
                <a:latin typeface="Calibri"/>
              </a:rPr>
              <a:t>Meus Documentos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737360"/>
            <a:ext cx="2377440" cy="438912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1737360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✓ Válido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267712"/>
            <a:ext cx="2377440" cy="438912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0" y="2267712"/>
            <a:ext cx="54864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7316"/>
                </a:solidFill>
                <a:latin typeface="Calibri"/>
              </a:rPr>
              <a:t>⚠ Vence em 15d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798063"/>
            <a:ext cx="2377440" cy="438912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2798063"/>
            <a:ext cx="54864" cy="438912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871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NR-11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871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BFD"/>
                </a:solidFill>
                <a:latin typeface="Calibri"/>
              </a:rPr>
              <a:t>● Ativo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3328415"/>
            <a:ext cx="2377440" cy="438912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2160" y="3328415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NR-35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✓ Válido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736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BD5E1"/>
                </a:solidFill>
                <a:latin typeface="Calibri"/>
              </a:rPr>
              <a:t>Stack: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" y="4709160"/>
            <a:ext cx="1188720" cy="29260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4709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Calibri"/>
              </a:rPr>
              <a:t>Expo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4709160"/>
            <a:ext cx="1920240" cy="29260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709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8BFD"/>
                </a:solidFill>
                <a:latin typeface="Calibri"/>
              </a:rPr>
              <a:t>React Native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709160"/>
            <a:ext cx="1554480" cy="29260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47091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TypeScript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D"/>
                </a:solidFill>
                <a:latin typeface="Calibri"/>
              </a:rPr>
              <a:t>PLATAFORMA WEB — PAINEL ADMINISTRATIVO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923"/>
                </a:solidFill>
                <a:latin typeface="Calibri"/>
              </a:rPr>
              <a:t>O centro de controle da operação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📊 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Visão geral de documentos
vencendo, contratos ativos
e KPIs operacionais.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🔔  Alertas Automáticos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E-mails periódicos antes do
vencimento de documentos
de funcionários e equipamentos.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📁  Gestão de Contratos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Upload, histórico e controle
de contratos de locação por
cliente e equipamento.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👷  Funcionários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1187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Cadastro completo, docs por
funcionário, status de aptidão
e alertas individuais.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0175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0175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🏗  Equipamentos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61187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Registro de toda a frota com
histórico de manutenções e
próximas revisões.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0175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017520"/>
            <a:ext cx="27432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📈  Relatórios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1187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Exportação de dados em PDF
e Excel para análise gerencial
e auditorias.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274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BD5E1"/>
                </a:solidFill>
                <a:latin typeface="Calibri"/>
              </a:rPr>
              <a:t>Stack: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" y="4709160"/>
            <a:ext cx="1722729" cy="2743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709160"/>
            <a:ext cx="17227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8BFD"/>
                </a:solidFill>
                <a:latin typeface="Calibri"/>
              </a:rPr>
              <a:t>React + TypeScript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8609" y="4709160"/>
            <a:ext cx="1159459" cy="2743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8609" y="4709160"/>
            <a:ext cx="11594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TailwindCSS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5228" y="4709160"/>
            <a:ext cx="757123" cy="2743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5228" y="4709160"/>
            <a:ext cx="7571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Calibri"/>
              </a:rPr>
              <a:t>NestJS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9512" y="4709160"/>
            <a:ext cx="918057" cy="27432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9512" y="4709160"/>
            <a:ext cx="918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8BFD"/>
                </a:solidFill>
                <a:latin typeface="Calibri"/>
              </a:rPr>
              <a:t>Supabase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ARQUITETURA &amp; TECNOLOGIAS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Stack moderna, escalável e orientada a boas práticas.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92024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572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Expo / 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4572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4572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Axios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4572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Expo Router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4572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519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NativeWind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1234440"/>
            <a:ext cx="192024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12618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🖥 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178308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1783080"/>
            <a:ext cx="4572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37744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2377440"/>
            <a:ext cx="4572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97180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971800"/>
            <a:ext cx="4572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79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TailwindCSS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56616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0" y="3566160"/>
            <a:ext cx="4572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3657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 Router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16052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0" y="4160520"/>
            <a:ext cx="45720" cy="47548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42519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Shadcn/UI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1234440"/>
            <a:ext cx="19202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12618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⚙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178308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54880" y="1783080"/>
            <a:ext cx="457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37744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54880" y="2377440"/>
            <a:ext cx="457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NestJS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97180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54880" y="2971800"/>
            <a:ext cx="457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Prisma 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56616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54880" y="3566160"/>
            <a:ext cx="457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3657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JWT Auth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16052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54880" y="4160520"/>
            <a:ext cx="457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42519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Nodemailer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1234440"/>
            <a:ext cx="19202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12618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🗄 Database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178308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49440" y="1783080"/>
            <a:ext cx="4572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660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0" y="237744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49440" y="2377440"/>
            <a:ext cx="4572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6600" y="2468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297180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49440" y="2971800"/>
            <a:ext cx="4572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Row Level Security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356616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49440" y="3566160"/>
            <a:ext cx="4572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3657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Realtime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4160520"/>
            <a:ext cx="1920240" cy="475488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49440" y="4160520"/>
            <a:ext cx="4572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86600" y="42519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Mobile  →  REST API (NestJS)  →  Supabase (PostgreSQL)  ←  Web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ROADMAP DE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923"/>
                </a:solidFill>
                <a:latin typeface="Calibri"/>
              </a:rPr>
              <a:t>4 fases rumo à entrega do TCC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822960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307592"/>
            <a:ext cx="402336" cy="40233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167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92024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920240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Fundação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128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Modelagem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157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Setup do monorepo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186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Config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216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Auth (JWT)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1307592"/>
            <a:ext cx="402336" cy="402336"/>
          </a:xfrm>
          <a:prstGeom prst="ellipse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3167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691640"/>
            <a:ext cx="192024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1691640"/>
            <a:ext cx="1920240" cy="40233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2128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CRUD funcionários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27157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CRUD equipamentos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32186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Upload de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37216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App screens</a:t>
            </a:r>
          </a:p>
        </p:txBody>
      </p:sp>
      <p:sp>
        <p:nvSpPr>
          <p:cNvPr id="27" name="Oval 26"/>
          <p:cNvSpPr/>
          <p:nvPr/>
        </p:nvSpPr>
        <p:spPr>
          <a:xfrm>
            <a:off x="5440680" y="1307592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3167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691640"/>
            <a:ext cx="192024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1691640"/>
            <a:ext cx="192024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22128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Alertas por e-mail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27157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Dashboard vencimentos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32186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Relatórios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37216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Notif. push</a:t>
            </a:r>
          </a:p>
        </p:txBody>
      </p:sp>
      <p:sp>
        <p:nvSpPr>
          <p:cNvPr id="37" name="Oval 36"/>
          <p:cNvSpPr/>
          <p:nvPr/>
        </p:nvSpPr>
        <p:spPr>
          <a:xfrm>
            <a:off x="7589520" y="1307592"/>
            <a:ext cx="402336" cy="40233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13167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1691640"/>
            <a:ext cx="192024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03720" y="1691640"/>
            <a:ext cx="1920240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Refinamento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22128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Testes E2E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27157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Otimizações 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3448" y="321868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Deploy produção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37216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▸  Documentação TCC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🎓  Objetivo: sistema funcional em produção como entrega final do TCC — integrando mobile, web, backend e banco de dados.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